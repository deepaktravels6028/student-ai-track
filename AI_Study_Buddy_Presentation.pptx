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365760"/>
            <a:ext cx="2743200" cy="2743200"/>
          </a:xfrm>
          <a:prstGeom prst="ellipse">
            <a:avLst/>
          </a:prstGeom>
          <a:solidFill>
            <a:srgbClr val="6FE7C4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965960"/>
            <a:ext cx="822960" cy="8229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8036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Study Buddy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947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Personalized Learning Agent for Students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4617720"/>
            <a:ext cx="2743200" cy="0"/>
          </a:xfrm>
          <a:prstGeom prst="line">
            <a:avLst/>
          </a:prstGeom>
          <a:noFill/>
          <a:ln w="31750">
            <a:solidFill>
              <a:srgbClr val="6FE7C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846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Python, Streamlit &amp; Claude AI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6126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AI Track  •  GitHub: deepaktravels6028/student-ai-track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029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student learns differently — but traditional study methods treat everyone the same way.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38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17320" y="2606040"/>
            <a:ext cx="731520" cy="731520"/>
          </a:xfrm>
          <a:prstGeom prst="ellipse">
            <a:avLst/>
          </a:prstGeom>
          <a:solidFill>
            <a:srgbClr val="E7F1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417320" y="2606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📖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5204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 to Simplify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406908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notes and syllabus content are difficult for students to understand on their own.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64992" y="228600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38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25112" y="2606040"/>
            <a:ext cx="731520" cy="731520"/>
          </a:xfrm>
          <a:prstGeom prst="ellipse">
            <a:avLst/>
          </a:prstGeom>
          <a:solidFill>
            <a:srgbClr val="E7F1F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325112" y="2606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📝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3547872" y="35204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Quick Self-Test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593592" y="406908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quiz questions to check understanding takes time most students don't have.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72784" y="228600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38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232904" y="2606040"/>
            <a:ext cx="731520" cy="731520"/>
          </a:xfrm>
          <a:prstGeom prst="ellipse">
            <a:avLst/>
          </a:prstGeom>
          <a:solidFill>
            <a:srgbClr val="E7F1F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232904" y="2606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6455664" y="35204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Unclear Weak Areas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501384" y="406908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structured feedback, students struggle to identify exactly what to revise.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180576" y="228600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38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0140696" y="2606040"/>
            <a:ext cx="731520" cy="731520"/>
          </a:xfrm>
          <a:prstGeom prst="ellipse">
            <a:avLst/>
          </a:prstGeom>
          <a:solidFill>
            <a:srgbClr val="E7F1F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140696" y="2606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🗓️</a:t>
            </a:r>
            <a:endParaRPr lang="en-US" sz="2800" dirty="0"/>
          </a:p>
        </p:txBody>
      </p:sp>
      <p:sp>
        <p:nvSpPr>
          <p:cNvPr id="24" name="Text 22"/>
          <p:cNvSpPr txBox="1"/>
          <p:nvPr/>
        </p:nvSpPr>
        <p:spPr>
          <a:xfrm>
            <a:off x="9363456" y="35204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Revision Plan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9409176" y="406908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focused revision plan from scratch feels like an extra burden, not a help.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Study Buddy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6FE7C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029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2588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Study Buddy is an AI-powered learning companion that turns any notes into a simple explanation, a self-test, and a personalized revision plan — in one place.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6974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💡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679192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Like I'm 10  </a:t>
            </a:r>
            <a:pPr indent="0" marL="0">
              <a:buNone/>
            </a:pPr>
            <a:r>
              <a:rPr lang="en-US" sz="125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dense notes into a simple, easy explanation on demand.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41071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3410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❓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392424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Quiz  </a:t>
            </a:r>
            <a:pPr indent="0" marL="0">
              <a:buNone/>
            </a:pPr>
            <a:r>
              <a:rPr lang="en-US" sz="125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multiple-choice questions straight from the student's own notes.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4123944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41239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4105656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Score &amp; Feedback  </a:t>
            </a:r>
            <a:pPr indent="0" marL="0">
              <a:buNone/>
            </a:pPr>
            <a:r>
              <a:rPr lang="en-US" sz="125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answers immediately and highlights weak areas.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837176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48371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🗺️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4818888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Revision Plan  </a:t>
            </a:r>
            <a:pPr indent="0" marL="0">
              <a:buNone/>
            </a:pPr>
            <a:r>
              <a:rPr lang="en-US" sz="125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focused plan around the topics that need more work.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555040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7200" y="5550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🕘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55321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History  </a:t>
            </a:r>
            <a:pPr indent="0" marL="0">
              <a:buNone/>
            </a:pPr>
            <a:r>
              <a:rPr lang="en-US" sz="125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past study sessions so progress isn't lost.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223760" y="1325880"/>
            <a:ext cx="4480560" cy="4846320"/>
          </a:xfrm>
          <a:prstGeom prst="roundRect">
            <a:avLst>
              <a:gd name="adj" fmla="val 2857"/>
            </a:avLst>
          </a:prstGeom>
          <a:solidFill>
            <a:srgbClr val="17284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43800" y="15544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FE7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7543800" y="2221992"/>
            <a:ext cx="109728" cy="109728"/>
          </a:xfrm>
          <a:prstGeom prst="ellipse">
            <a:avLst/>
          </a:prstGeom>
          <a:solidFill>
            <a:srgbClr val="6FE7C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818120" y="20756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7818120" y="23774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application logic (OOP)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543800" y="2999232"/>
            <a:ext cx="109728" cy="109728"/>
          </a:xfrm>
          <a:prstGeom prst="ellipse">
            <a:avLst/>
          </a:prstGeom>
          <a:solidFill>
            <a:srgbClr val="6FE7C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818120" y="28529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7818120" y="31546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web interface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543800" y="3776472"/>
            <a:ext cx="109728" cy="109728"/>
          </a:xfrm>
          <a:prstGeom prst="ellipse">
            <a:avLst/>
          </a:prstGeom>
          <a:solidFill>
            <a:srgbClr val="6FE7C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818120" y="36301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 API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7818120" y="39319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Explanations &amp; quiz generation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543800" y="4553712"/>
            <a:ext cx="109728" cy="109728"/>
          </a:xfrm>
          <a:prstGeom prst="ellipse">
            <a:avLst/>
          </a:prstGeom>
          <a:solidFill>
            <a:srgbClr val="6FE7C4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818120" y="44074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7818120" y="4709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persistence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543800" y="5330952"/>
            <a:ext cx="109728" cy="109728"/>
          </a:xfrm>
          <a:prstGeom prst="ellipse">
            <a:avLst/>
          </a:prstGeom>
          <a:solidFill>
            <a:srgbClr val="6FE7C4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818120" y="51846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7818120" y="54864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Study Buddy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029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2514600" cy="1554480"/>
          </a:xfrm>
          <a:prstGeom prst="roundRect">
            <a:avLst>
              <a:gd name="adj" fmla="val 7059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1B2A38">
                <a:alpha val="2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94360" y="1828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FE7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2402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Notes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6060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3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notes or upload a .txt file, pick a subject category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2990088" y="224028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B75"/>
                </a:solidFill>
              </a:rPr>
              <a:t>➜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291840" y="1737360"/>
            <a:ext cx="2514600" cy="1554480"/>
          </a:xfrm>
          <a:prstGeom prst="roundRect">
            <a:avLst>
              <a:gd name="adj" fmla="val 7059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1B2A38">
                <a:alpha val="2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429000" y="1828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FE7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22402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Session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6060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3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confirms the session and stores the content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824728" y="224028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B75"/>
                </a:solidFill>
              </a:rPr>
              <a:t>➜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126480" y="1737360"/>
            <a:ext cx="2514600" cy="1554480"/>
          </a:xfrm>
          <a:prstGeom prst="roundRect">
            <a:avLst>
              <a:gd name="adj" fmla="val 7059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1B2A38">
                <a:alpha val="2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263640" y="1828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FE7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2402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Simplify &amp; Quiz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26060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3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simple explanation or generate quiz questions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8659368" y="224028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B75"/>
                </a:solidFill>
              </a:rPr>
              <a:t>➜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961120" y="1737360"/>
            <a:ext cx="2514600" cy="1554480"/>
          </a:xfrm>
          <a:prstGeom prst="roundRect">
            <a:avLst>
              <a:gd name="adj" fmla="val 7059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1B2A38">
                <a:alpha val="2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098280" y="1828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FE7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9098280" y="22402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&amp; Revise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098280" y="26060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3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the quiz, get a score, and a revision plan for weak spots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3657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Application Walkthrough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114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from the app running locally (localhost:8501) are shown on the following slides.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Study Buddy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84048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 Screen — Enter Study Notes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7863840" cy="4515873"/>
          </a:xfrm>
          <a:prstGeom prst="roundRect">
            <a:avLst>
              <a:gd name="adj" fmla="val 1620"/>
            </a:avLst>
          </a:prstGeom>
          <a:solidFill>
            <a:srgbClr val="1B2A38"/>
          </a:solidFill>
          <a:ln/>
          <a:effectLst>
            <a:outerShdw sx="100000" sy="100000" kx="0" ky="0" algn="bl" rotWithShape="0" blurRad="127000" dist="38100" dir="5400000">
              <a:srgbClr val="1B2A38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234440"/>
            <a:ext cx="91440" cy="91440"/>
          </a:xfrm>
          <a:prstGeom prst="ellipse">
            <a:avLst/>
          </a:prstGeom>
          <a:solidFill>
            <a:srgbClr val="E2564E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" y="1234440"/>
            <a:ext cx="91440" cy="91440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8" name="Shape 6"/>
          <p:cNvSpPr/>
          <p:nvPr/>
        </p:nvSpPr>
        <p:spPr>
          <a:xfrm>
            <a:off x="1179576" y="1234440"/>
            <a:ext cx="91440" cy="91440"/>
          </a:xfrm>
          <a:prstGeom prst="ellipse">
            <a:avLst/>
          </a:prstGeom>
          <a:solidFill>
            <a:srgbClr val="3FBF5F"/>
          </a:solidFill>
          <a:ln/>
        </p:spPr>
      </p:sp>
      <p:pic>
        <p:nvPicPr>
          <p:cNvPr id="9" name="Image 0" descr="/home/claude/ppt/s1_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7863840" cy="4241553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732520" y="1143000"/>
            <a:ext cx="2971800" cy="4515873"/>
          </a:xfrm>
          <a:prstGeom prst="roundRect">
            <a:avLst>
              <a:gd name="adj" fmla="val 3077"/>
            </a:avLst>
          </a:prstGeom>
          <a:solidFill>
            <a:srgbClr val="EAF2F6"/>
          </a:solidFill>
          <a:ln w="12700">
            <a:solidFill>
              <a:srgbClr val="D5E3E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961120" y="1325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happening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961120" y="1691640"/>
            <a:ext cx="2560320" cy="3875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 opens the app and sees a clean input area: choose a subject, upload a .txt file, or paste notes directly. This is Step 1 of the workflow.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Study Buddy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84048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Notes Added by the Student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7863840" cy="5303520"/>
          </a:xfrm>
          <a:prstGeom prst="roundRect">
            <a:avLst>
              <a:gd name="adj" fmla="val 1379"/>
            </a:avLst>
          </a:prstGeom>
          <a:solidFill>
            <a:srgbClr val="1B2A38"/>
          </a:solidFill>
          <a:ln/>
          <a:effectLst>
            <a:outerShdw sx="100000" sy="100000" kx="0" ky="0" algn="bl" rotWithShape="0" blurRad="127000" dist="38100" dir="5400000">
              <a:srgbClr val="1B2A38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234440"/>
            <a:ext cx="91440" cy="91440"/>
          </a:xfrm>
          <a:prstGeom prst="ellipse">
            <a:avLst/>
          </a:prstGeom>
          <a:solidFill>
            <a:srgbClr val="E2564E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" y="1234440"/>
            <a:ext cx="91440" cy="91440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8" name="Shape 6"/>
          <p:cNvSpPr/>
          <p:nvPr/>
        </p:nvSpPr>
        <p:spPr>
          <a:xfrm>
            <a:off x="1179576" y="1234440"/>
            <a:ext cx="91440" cy="91440"/>
          </a:xfrm>
          <a:prstGeom prst="ellipse">
            <a:avLst/>
          </a:prstGeom>
          <a:solidFill>
            <a:srgbClr val="3FBF5F"/>
          </a:solidFill>
          <a:ln/>
        </p:spPr>
      </p:sp>
      <p:pic>
        <p:nvPicPr>
          <p:cNvPr id="9" name="Image 0" descr="/home/claude/ppt/s2_notes_fill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7863840" cy="50292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732520" y="1143000"/>
            <a:ext cx="2971800" cy="5303520"/>
          </a:xfrm>
          <a:prstGeom prst="roundRect">
            <a:avLst>
              <a:gd name="adj" fmla="val 3077"/>
            </a:avLst>
          </a:prstGeom>
          <a:solidFill>
            <a:srgbClr val="EAF2F6"/>
          </a:solidFill>
          <a:ln w="12700">
            <a:solidFill>
              <a:srgbClr val="D5E3E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961120" y="1325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happening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961120" y="1691640"/>
            <a:ext cx="25603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 selects a subject (Python) and pastes study content into the notes box. The app tracks character usage live (633 / 5,000) before the session starts.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Study Buddy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84048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Started &amp; AI Actions Unlocked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7863840" cy="5289524"/>
          </a:xfrm>
          <a:prstGeom prst="roundRect">
            <a:avLst>
              <a:gd name="adj" fmla="val 1383"/>
            </a:avLst>
          </a:prstGeom>
          <a:solidFill>
            <a:srgbClr val="1B2A38"/>
          </a:solidFill>
          <a:ln/>
          <a:effectLst>
            <a:outerShdw sx="100000" sy="100000" kx="0" ky="0" algn="bl" rotWithShape="0" blurRad="127000" dist="38100" dir="5400000">
              <a:srgbClr val="1B2A38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234440"/>
            <a:ext cx="91440" cy="91440"/>
          </a:xfrm>
          <a:prstGeom prst="ellipse">
            <a:avLst/>
          </a:prstGeom>
          <a:solidFill>
            <a:srgbClr val="E2564E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" y="1234440"/>
            <a:ext cx="91440" cy="91440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8" name="Shape 6"/>
          <p:cNvSpPr/>
          <p:nvPr/>
        </p:nvSpPr>
        <p:spPr>
          <a:xfrm>
            <a:off x="1179576" y="1234440"/>
            <a:ext cx="91440" cy="91440"/>
          </a:xfrm>
          <a:prstGeom prst="ellipse">
            <a:avLst/>
          </a:prstGeom>
          <a:solidFill>
            <a:srgbClr val="3FBF5F"/>
          </a:solidFill>
          <a:ln/>
        </p:spPr>
      </p:sp>
      <p:pic>
        <p:nvPicPr>
          <p:cNvPr id="9" name="Image 0" descr="/home/claude/ppt/s3_session_star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7863840" cy="501520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732520" y="1143000"/>
            <a:ext cx="2971800" cy="5289524"/>
          </a:xfrm>
          <a:prstGeom prst="roundRect">
            <a:avLst>
              <a:gd name="adj" fmla="val 3077"/>
            </a:avLst>
          </a:prstGeom>
          <a:solidFill>
            <a:srgbClr val="EAF2F6"/>
          </a:solidFill>
          <a:ln w="12700">
            <a:solidFill>
              <a:srgbClr val="D5E3E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961120" y="1325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happening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961120" y="1691640"/>
            <a:ext cx="2560320" cy="4649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Clicking 'Start Session' confirms the subject and note length, then unlocks two AI actions: 'Explain Like I'm 10' and 'Generate Quiz Questions'.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Study Buddy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84048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Graceful Error Handling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7863840" cy="5264066"/>
          </a:xfrm>
          <a:prstGeom prst="roundRect">
            <a:avLst>
              <a:gd name="adj" fmla="val 1390"/>
            </a:avLst>
          </a:prstGeom>
          <a:solidFill>
            <a:srgbClr val="1B2A38"/>
          </a:solidFill>
          <a:ln/>
          <a:effectLst>
            <a:outerShdw sx="100000" sy="100000" kx="0" ky="0" algn="bl" rotWithShape="0" blurRad="127000" dist="38100" dir="5400000">
              <a:srgbClr val="1B2A38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234440"/>
            <a:ext cx="91440" cy="91440"/>
          </a:xfrm>
          <a:prstGeom prst="ellipse">
            <a:avLst/>
          </a:prstGeom>
          <a:solidFill>
            <a:srgbClr val="E2564E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" y="1234440"/>
            <a:ext cx="91440" cy="91440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8" name="Shape 6"/>
          <p:cNvSpPr/>
          <p:nvPr/>
        </p:nvSpPr>
        <p:spPr>
          <a:xfrm>
            <a:off x="1179576" y="1234440"/>
            <a:ext cx="91440" cy="91440"/>
          </a:xfrm>
          <a:prstGeom prst="ellipse">
            <a:avLst/>
          </a:prstGeom>
          <a:solidFill>
            <a:srgbClr val="3FBF5F"/>
          </a:solidFill>
          <a:ln/>
        </p:spPr>
      </p:sp>
      <p:pic>
        <p:nvPicPr>
          <p:cNvPr id="9" name="Image 0" descr="/home/claude/ppt/s5_api_no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7863840" cy="498974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732520" y="1143000"/>
            <a:ext cx="2971800" cy="5264066"/>
          </a:xfrm>
          <a:prstGeom prst="roundRect">
            <a:avLst>
              <a:gd name="adj" fmla="val 3077"/>
            </a:avLst>
          </a:prstGeom>
          <a:solidFill>
            <a:srgbClr val="EAF2F6"/>
          </a:solidFill>
          <a:ln w="12700">
            <a:solidFill>
              <a:srgbClr val="D5E3E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961120" y="1325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happening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961120" y="1691640"/>
            <a:ext cx="2560320" cy="4623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AI API key isn't configured, the app shows a clear, friendly error instead of crashing — telling the student exactly what to fix (add ANTHROPIC_API_KEY to .env and restart).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Study Buddy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84048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 Study Sessions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7863840" cy="5303520"/>
          </a:xfrm>
          <a:prstGeom prst="roundRect">
            <a:avLst>
              <a:gd name="adj" fmla="val 1379"/>
            </a:avLst>
          </a:prstGeom>
          <a:solidFill>
            <a:srgbClr val="1B2A38"/>
          </a:solidFill>
          <a:ln/>
          <a:effectLst>
            <a:outerShdw sx="100000" sy="100000" kx="0" ky="0" algn="bl" rotWithShape="0" blurRad="127000" dist="38100" dir="5400000">
              <a:srgbClr val="1B2A38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234440"/>
            <a:ext cx="91440" cy="91440"/>
          </a:xfrm>
          <a:prstGeom prst="ellipse">
            <a:avLst/>
          </a:prstGeom>
          <a:solidFill>
            <a:srgbClr val="E2564E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" y="1234440"/>
            <a:ext cx="91440" cy="91440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8" name="Shape 6"/>
          <p:cNvSpPr/>
          <p:nvPr/>
        </p:nvSpPr>
        <p:spPr>
          <a:xfrm>
            <a:off x="1179576" y="1234440"/>
            <a:ext cx="91440" cy="91440"/>
          </a:xfrm>
          <a:prstGeom prst="ellipse">
            <a:avLst/>
          </a:prstGeom>
          <a:solidFill>
            <a:srgbClr val="3FBF5F"/>
          </a:solidFill>
          <a:ln/>
        </p:spPr>
      </p:sp>
      <p:pic>
        <p:nvPicPr>
          <p:cNvPr id="9" name="Image 0" descr="/home/claude/ppt/s6_sess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7863840" cy="50292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732520" y="1143000"/>
            <a:ext cx="2971800" cy="5303520"/>
          </a:xfrm>
          <a:prstGeom prst="roundRect">
            <a:avLst>
              <a:gd name="adj" fmla="val 3077"/>
            </a:avLst>
          </a:prstGeom>
          <a:solidFill>
            <a:srgbClr val="EAF2F6"/>
          </a:solidFill>
          <a:ln w="12700">
            <a:solidFill>
              <a:srgbClr val="D5E3E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961120" y="1325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happening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961120" y="1691640"/>
            <a:ext cx="25603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quiz sessions are saved here for later review, letting students track their study history and revisit topics over time.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Study Buddy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657600"/>
            <a:ext cx="4572000" cy="4572000"/>
          </a:xfrm>
          <a:prstGeom prst="ellipse">
            <a:avLst/>
          </a:prstGeom>
          <a:solidFill>
            <a:srgbClr val="1C7293">
              <a:alpha val="28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194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0632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Study Buddy — helping students learn smarter, one session at a time.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3794760"/>
            <a:ext cx="2743200" cy="0"/>
          </a:xfrm>
          <a:prstGeom prst="line">
            <a:avLst/>
          </a:prstGeom>
          <a:noFill/>
          <a:ln w="31750">
            <a:solidFill>
              <a:srgbClr val="6FE7C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42062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FE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Repository:  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github.com/deepaktravels6028/student-ai-track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6177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FE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Track:  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AI Track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Study Buddy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2026-09-19T05:04:20Z</dcterms:created>
  <dcterms:modified xsi:type="dcterms:W3CDTF">2026-09-19T05:04:20Z</dcterms:modified>
</cp:coreProperties>
</file>